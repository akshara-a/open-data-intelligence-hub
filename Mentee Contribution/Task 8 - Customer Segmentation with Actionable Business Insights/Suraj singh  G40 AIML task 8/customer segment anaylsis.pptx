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53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Segmentation with Actionable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Submitted by: </a:t>
            </a:r>
            <a:r>
              <a:rPr lang="en-US" dirty="0"/>
              <a:t>Suraj Singh G40 </a:t>
            </a:r>
            <a:r>
              <a:rPr lang="en-US" dirty="0" err="1"/>
              <a:t>AI</a:t>
            </a:r>
            <a:r>
              <a:rPr lang="en-US" err="1"/>
              <a:t>&amp;</a:t>
            </a:r>
            <a:r>
              <a:rPr lang="en-US"/>
              <a:t>ml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200"/>
              </a:spcAft>
              <a:defRPr sz="2000"/>
            </a:pPr>
            <a:r>
              <a:t>• E-commerce company wants better marketing &amp; retention.</a:t>
            </a:r>
          </a:p>
          <a:p>
            <a:pPr>
              <a:spcAft>
                <a:spcPts val="1200"/>
              </a:spcAft>
              <a:defRPr sz="2000"/>
            </a:pPr>
            <a:r>
              <a:t>• Goal: Group customers and recommend business actions.</a:t>
            </a:r>
          </a:p>
          <a:p>
            <a:pPr>
              <a:spcAft>
                <a:spcPts val="1200"/>
              </a:spcAft>
              <a:defRPr sz="2000"/>
            </a:pPr>
            <a:r>
              <a:t>• Dataset: 2000 customers, 11 features (RFM + Demographics).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Exploratory Data Analysis</a:t>
            </a:r>
          </a:p>
        </p:txBody>
      </p:sp>
      <p:pic>
        <p:nvPicPr>
          <p:cNvPr id="3" name="Picture 2" descr="e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757977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Spending, Recency, Frequency Distributions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Feature Correlations</a:t>
            </a:r>
          </a:p>
        </p:txBody>
      </p:sp>
      <p:pic>
        <p:nvPicPr>
          <p:cNvPr id="3" name="Picture 2" descr="cor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00107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Spending highly correlated with Frequency (0.70)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Selecting Optimal Clusters (k=5)</a:t>
            </a:r>
          </a:p>
        </p:txBody>
      </p:sp>
      <p:pic>
        <p:nvPicPr>
          <p:cNvPr id="3" name="Picture 2" descr="cluster_ev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402237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Elbow + Silhouette validated k=5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Customer Segments Visualization</a:t>
            </a:r>
          </a:p>
        </p:txBody>
      </p:sp>
      <p:pic>
        <p:nvPicPr>
          <p:cNvPr id="3" name="Picture 2" descr="scat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1444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5 distinct behavioral groups identified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Revenue Contribution by Segment</a:t>
            </a:r>
          </a:p>
        </p:txBody>
      </p:sp>
      <p:pic>
        <p:nvPicPr>
          <p:cNvPr id="3" name="Picture 2" descr="p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98588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High-Value Loyal contributes 50.6% of total revenue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Regression: Predict Total Spending (R² = 0.833)</a:t>
            </a:r>
          </a:p>
        </p:txBody>
      </p:sp>
      <p:pic>
        <p:nvPicPr>
          <p:cNvPr id="3" name="Picture 2" descr="regre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458756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Top Driver: Purchase Frequency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Business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Loyal: VIP program, early access. AVOID heavy discounts.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 New: Onboarding emails, 10% off 2nd purchase.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Discount: Flash sales, bundle offers (Limited time).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 At-Risk: URGENT! 'We miss you' emails + 20% coupon.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Low-Engagement: Low-cost newsletters (Lowest budget).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</Words>
  <Application>Microsoft Office PowerPoint</Application>
  <PresentationFormat>Custom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Customer Segmentation with Actionable Insights</vt:lpstr>
      <vt:lpstr>Business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Actionable Business Strategies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Suraj Singh</cp:lastModifiedBy>
  <cp:revision>2</cp:revision>
  <dcterms:created xsi:type="dcterms:W3CDTF">2013-01-27T09:14:16Z</dcterms:created>
  <dcterms:modified xsi:type="dcterms:W3CDTF">2026-07-15T15:28:57Z</dcterms:modified>
  <cp:category/>
</cp:coreProperties>
</file>