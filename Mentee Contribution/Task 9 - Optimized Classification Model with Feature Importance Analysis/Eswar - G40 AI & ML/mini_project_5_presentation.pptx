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wararaotompa123@gmail.com" userId="beef33e9f77e1ae4" providerId="LiveId" clId="{76032BA8-2846-4401-82E0-E536E37D318B}"/>
    <pc:docChg chg="custSel modSld">
      <pc:chgData name="eswararaotompa123@gmail.com" userId="beef33e9f77e1ae4" providerId="LiveId" clId="{76032BA8-2846-4401-82E0-E536E37D318B}" dt="2026-07-18T17:10:22.842" v="11" actId="255"/>
      <pc:docMkLst>
        <pc:docMk/>
      </pc:docMkLst>
      <pc:sldChg chg="modSp mod">
        <pc:chgData name="eswararaotompa123@gmail.com" userId="beef33e9f77e1ae4" providerId="LiveId" clId="{76032BA8-2846-4401-82E0-E536E37D318B}" dt="2026-07-18T17:10:22.842" v="11" actId="255"/>
        <pc:sldMkLst>
          <pc:docMk/>
          <pc:sldMk cId="0" sldId="256"/>
        </pc:sldMkLst>
        <pc:spChg chg="mod">
          <ac:chgData name="eswararaotompa123@gmail.com" userId="beef33e9f77e1ae4" providerId="LiveId" clId="{76032BA8-2846-4401-82E0-E536E37D318B}" dt="2026-07-18T17:10:22.842" v="11" actId="255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02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Subscription Likelihood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Optimized Classification Model with Feature-Importance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Mini Project 5  | Eswar –  G40 AI &amp; 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Attracting visitors is easy — converting them into loyal, repeat customers is hard.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wants to identify which customers are likely to become subscribed, engaged, repeat purchasers.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 lets the business prioritize retention offers and stop wasting spend on unlikely candidates.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"Based on customer behaviour and profile information, can we predict who is likely to become a loyal, subscribed customer?"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ecommerce_customer_data.csv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745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745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1737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8745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/ 27%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Yes subscription split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adaptation: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describes a Purchase (Yes/No) target with browsing-session fields. The data actually supplied has no such flag — every row is already a completed transaction. Subscription Status (Yes/No) is used instead as the closest genuinely binary, business-meaningful outcome: loyal/engaged customers vs. one-off shoppers.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such as Customer ID were dropped before modelling; Promo Code Used was dropped as a 100%-duplicate of Discount Applied.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Findings</a:t>
            </a:r>
            <a:endParaRPr lang="en-US" sz="2800" dirty="0"/>
          </a:p>
        </p:txBody>
      </p:sp>
      <p:pic>
        <p:nvPicPr>
          <p:cNvPr id="3" name="Image 0" descr="subscription_by_dis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12064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938528"/>
            <a:ext cx="10972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0" y="17373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received a discount are far more likely to be subscribed than those who did not.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126480" y="2990088"/>
            <a:ext cx="10972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788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subscribed customer in this dataset is male — flagged as a likely data artifact, not a real business signal.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4041648"/>
            <a:ext cx="10972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3840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 and purchase amount show only modest differences between subscribers and non-subscribers.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5093208"/>
            <a:ext cx="10972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(age, amount, rating, previous purchases) are only weakly correlated with each other.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Purchase Amount,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Median imputation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scaling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3774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Category, Location,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Color, Season,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Type, Payment Method,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Applied, etc.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Most-frequent imputation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One-hot encoding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23774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target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preserve the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73/27 class balance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sets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transformations are fit only on the training set and wrapped in a single scikit-learn Pipeline to prevent data leakage.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on the held-out test 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2011680"/>
        </p:xfrm>
        <a:graphic>
          <a:graphicData uri="http://schemas.openxmlformats.org/drawingml/2006/table">
            <a:tbl>
              <a:tblPr/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Random Forest clearly outperform a single Decision Tree, which overfits and generalizes worse on unseen customers.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selected for optimization: F1-score — it balances not wasting spend on unlikely customers (precision) against not missing real subscribers (recall).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GridSearchCV, scored on F1 — test set untouched during 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6307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0.01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= l2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F1-score: 0.765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630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2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F1-score: 0.765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showed Random Forest's cross-validated F1 flattens well before unlimited tree depth, and Logistic Regression's F1 is stable across a wide range of C — guiding these choices.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Logistic Regression selected as the final model</a:t>
            </a:r>
            <a:endParaRPr lang="en-US" sz="1300" dirty="0"/>
          </a:p>
        </p:txBody>
      </p:sp>
      <p:pic>
        <p:nvPicPr>
          <p:cNvPr id="4" name="Image 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4206240" cy="3364992"/>
          </a:xfrm>
          <a:prstGeom prst="rect">
            <a:avLst/>
          </a:prstGeom>
        </p:spPr>
      </p:pic>
      <p:pic>
        <p:nvPicPr>
          <p:cNvPr id="5" name="Image 1" descr="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37360"/>
            <a:ext cx="4206240" cy="33649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09760" y="19202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50976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86.4%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9509760" y="31546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50976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0.799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5097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509760" y="4389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5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0.909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50976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530352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raised F1-score from 0.758 (baseline Logistic Regression) to 0.799 — mainly by better handling the 73/27 class imbalance via class_weight and regularization tuning.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2800" dirty="0"/>
          </a:p>
        </p:txBody>
      </p:sp>
      <p:pic>
        <p:nvPicPr>
          <p:cNvPr id="3" name="Image 0" descr="feature_importan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008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376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223760" y="221284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by far — discounted customers are much more likely to be subscribed.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22376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23760" y="358444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strongest, but likely a dataset artifact — do not use for real targeting without validation.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0" y="4572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23760" y="495604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past purchases modestly raise predicted subscription likelihood.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3760" y="6035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reflects association, not proven causation.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737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discounts into subscription sign-up and win-back offers.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633472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target on gender — validate the effect on real, current data first.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529584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High-likelihood segment for premium loyalty offers.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425696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optimized pipeline as the production scoring model.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5321808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classification threshold to match real campaign economics, not the 0.50 default.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Status is a proxy target — the source data has no literal purchase/no-purchase or browsing-session field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dominant Gender effect looks like a data-generation artifact, not a real pattern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come from a single static extract of 3,900 customers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shows association, not proven causation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the Gender/Discount patterns against current, real customer data before acting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model performance and retrain as new data arrives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the discount-bundling and segment-based offer recommendations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Tune the classification threshold with input from marketing and finance on real campaign costs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862</Words>
  <Application>Microsoft Office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eswararaotompa123@gmail.com</cp:lastModifiedBy>
  <cp:revision>1</cp:revision>
  <dcterms:created xsi:type="dcterms:W3CDTF">2026-07-18T16:59:55Z</dcterms:created>
  <dcterms:modified xsi:type="dcterms:W3CDTF">2026-07-18T17:10:31Z</dcterms:modified>
</cp:coreProperties>
</file>