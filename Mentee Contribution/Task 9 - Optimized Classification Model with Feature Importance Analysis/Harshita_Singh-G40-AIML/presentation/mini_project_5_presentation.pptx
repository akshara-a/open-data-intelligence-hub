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E-Commerce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Purchase Likelihood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An Optimized Classification Model with Feature Importance Analysis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Data Science Mini-Project 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</a:rPr>
              <a:t>01 ·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</a:rPr>
              <a:t>Most site visitors never buy. Can behavior and profile data tell us, in advance, who will?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10698480" cy="3566160"/>
          </a:xfrm>
          <a:prstGeom prst="roundRect">
            <a:avLst>
              <a:gd name="adj" fmla="val 205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83464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high-likelihood customers with personalized offers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wasted spend on unlikely buyers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 discounts and product recommendations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overall conversion rate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customers for remarketing campaigns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</a:rPr>
              <a:t>02 ·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6,000 customer sessions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behavioral, transactional &amp; demographic features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target: Purchase (0 / 1)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class imbalance toward non-purchasers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amount of missing values &amp; duplicates (realistic noise)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dropped — identifier, not predictive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0" y="155448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Key feature groups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47548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Engagement: pages viewed, time on site, sessions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Intent: cart items, products viewed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History: previous purchases, average order value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touch: discount, email click, ad click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Recency: days since last visit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</a:rPr>
              <a:t>03 · EXPLORATION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Shows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37360"/>
          <a:ext cx="1069848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651760"/>
                <a:gridCol w="44805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Signal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Direction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Business read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Cart items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↑ purchase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Strongest intent signal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Previous purchases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↑ purchase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Loyal customers re-buy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Time on site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↑ purchase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Engagement predicts conversion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Discount used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↑ purchase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Price sensitivity matters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Days since last visit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↓ purchase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Interest decays over time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</a:rPr>
              <a:t>04 · 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116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269748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Split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3200400"/>
            <a:ext cx="20848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80/20 stratified train/test split preserves purchase ratio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10712" y="182880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9312" y="20116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39312" y="269748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Impute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39312" y="3200400"/>
            <a:ext cx="20848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Median (numeric) / most-frequent (categorical) — fit on train only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9904" y="182880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18504" y="20116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18504" y="269748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Scale &amp; Encode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18504" y="3200400"/>
            <a:ext cx="20848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StandardScaler for numeric, one-hot for categorical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69096" y="182880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97696" y="20116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997696" y="269748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Pipeline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97696" y="3200400"/>
            <a:ext cx="20848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ColumnTransformer prevents leakage between train and test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</a:rPr>
              <a:t>05 ·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Compared &amp; Tuned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698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371600"/>
                <a:gridCol w="1463040"/>
                <a:gridCol w="1280160"/>
                <a:gridCol w="1188720"/>
                <a:gridCol w="15544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</a:rPr>
                        <a:t>Logistic Regression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Baseline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0.759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0.792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0.858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0.824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0.827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</a:rPr>
                        <a:t>Decision Tree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Baseline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0.664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0.752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0.728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0.740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0.635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</a:rPr>
                        <a:t>Random Forest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Baseline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0.748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0.784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0.850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0.816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0.805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</a:rPr>
                        <a:t>Random Forest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Optimized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0.751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0.763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0.900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0.826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0.816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</a:rPr>
                        <a:t>Logistic Regression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Optimized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0.761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0.782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0.882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0.829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</a:rPr>
                        <a:t>0.827</a:t>
                      </a:r>
                      <a:endParaRPr lang="en-US" sz="12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53492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</a:rPr>
              <a:t>Tuned via GridSearchCV / RandomizedSearchCV, 5-fold stratified CV, optimizing F1-score.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</a:rPr>
              <a:t>06 ·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Model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2029968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48840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</a:rPr>
              <a:t>76.1%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Accuracy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1920240"/>
            <a:ext cx="2029968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2148840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</a:rPr>
              <a:t>78.2%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926080" y="306324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Precision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20640" y="1920240"/>
            <a:ext cx="2029968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148840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</a:rPr>
              <a:t>88.2%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120640" y="306324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Recall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0" y="1920240"/>
            <a:ext cx="2029968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2148840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7"/>
                </a:solidFill>
              </a:rPr>
              <a:t>82.9%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315200" y="306324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F1-Score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509760" y="1920240"/>
            <a:ext cx="2029968" cy="2011680"/>
          </a:xfrm>
          <a:prstGeom prst="roundRect">
            <a:avLst>
              <a:gd name="adj" fmla="val 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0" y="2148840"/>
            <a:ext cx="2029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</a:rPr>
              <a:t>82.7%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509760" y="306324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ROC-AUC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Selected model: Optimized Logistic Regression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1520" y="480060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F1-score among baseline and tuned models on held-out test data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improved F1-score and recall over the untuned baseline of the same family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coefficients — easy to explain to stakeholders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</a:rPr>
              <a:t>07 · INTERPRETATION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Drives a Purchase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Time on site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657600" y="1737360"/>
            <a:ext cx="5943600" cy="32004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0" y="16916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1.25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3134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Days since last visit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0" y="2359152"/>
            <a:ext cx="1474013" cy="320040"/>
          </a:xfrm>
          <a:prstGeom prst="roundRect">
            <a:avLst>
              <a:gd name="adj" fmla="val 11429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5223053" y="231343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-0.31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93522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Discount used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657600" y="2980944"/>
            <a:ext cx="1093622" cy="32004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842662" y="2935224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0.23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55701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Previous purchases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657600" y="3602736"/>
            <a:ext cx="855878" cy="32004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604918" y="3557016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0.18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1788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Cart items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657600" y="4224528"/>
            <a:ext cx="808330" cy="32004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557370" y="417880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0.17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800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Pages viewed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0" y="4846320"/>
            <a:ext cx="713232" cy="32004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4462272" y="48006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0.15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</a:rPr>
              <a:t>Positive = raises purchase likelihood · Negative = lowers it (standardized coefficients)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</a:rPr>
              <a:t>08 ·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3429000" cy="4297680"/>
          </a:xfrm>
          <a:prstGeom prst="roundRect">
            <a:avLst>
              <a:gd name="adj" fmla="val 21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20240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High likelihood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2971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offers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reminders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remarketing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06824" y="1691640"/>
            <a:ext cx="3429000" cy="4297680"/>
          </a:xfrm>
          <a:prstGeom prst="roundRect">
            <a:avLst>
              <a:gd name="adj" fmla="val 21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35424" y="1920240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4535424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Medium likelihood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35424" y="2514600"/>
            <a:ext cx="2971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comparisons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incentives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content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82128" y="1691640"/>
            <a:ext cx="3429000" cy="4297680"/>
          </a:xfrm>
          <a:prstGeom prst="roundRect">
            <a:avLst>
              <a:gd name="adj" fmla="val 21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0728" y="1920240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8110728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Low likelihood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10728" y="2514600"/>
            <a:ext cx="2971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awareness only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drop-off feedback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site usability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</a:rPr>
              <a:t>09 · 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synthetic dataset for this exercise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shows association, not causation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guarantee behavior stays stable over time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Threshold/segments should be validated against real campaign costs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0" y="169164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Next Steps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331720"/>
            <a:ext cx="47548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real historical purchase data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concept drift; retrain on a schedule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threshold &amp; segment-based campaigns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 values for per-customer explanations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2026-07-18T11:56:12Z</dcterms:created>
  <dcterms:modified xsi:type="dcterms:W3CDTF">2026-07-18T11:56:12Z</dcterms:modified>
</cp:coreProperties>
</file>