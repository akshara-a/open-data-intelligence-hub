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Predicting E-Commerce Purchase Likelihood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Optimized Machine Learning Classification Model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Objective: Predict whether a customer will complete a purchase based on browsing and demographic signals.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Approach: End-to-end ML pipeline with Logistic Regression, Decision Trees, and Random Forest.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Key Deliverables: Scikit-learn pipeline, high-precision classifier, threshold tuning, and actionable business strategies.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Business Problem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Maximizing Conversion Rates &amp; Optimizing Marketing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E-Commerce Challenge: Low site-wide conversion rates lead to high customer acquisition costs and wasted promo spend.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Core Question: 'Can we predict purchase intent from early session behavior and customer profiles?'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Business Value: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Target high-intent prospects with precision.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Automate real-time cart recovery interventions.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Segment low-intent traffic to reduce unnecessary ad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Dataset Overview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1,500 Customer Session Records Across 18 Behavioral &amp; Demographic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Features Included: Age, Gender, Location, DeviceType, TrafficSource, PagesViewed, TimeOnSite, CartItems, PreviousPurchases, AverageOrderValue, DiscountUsed, EmailClicked, AdClicked, ReviewScoreViewed, DaysSinceLastVisit, SessionCount.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Target Variable: Purchase (0 = Did Not Purchase: 70.8%, 1 = Purchased: 29.2%).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Data Quality Checks: Handled missing values via median/mode imputation, removed duplicate records, and excluded CustomerID identifiers.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Exploratory Data Analysis (EDA)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Key Behavioral &amp; Channel Patterns Driving Conversions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Cart Items Impact: Customers with &gt;= 2 cart items achieve &gt;85% purchase conversion rate.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Engagement Depth: Time on site (&gt;5 minutes) and pages viewed (&gt;6 pages) double conversion odds.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Repeat Buyers: Previous purchases strongly correlate with repeat buying behavior (3.2x higher conversion).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Device &amp; Channel: Desktop users exhibit higher conversion intent compared to mobile browsers.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Preprocessing &amp; Data 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Scikit-Learn ColumnTransformer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Preprocessing Steps: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Numerical Features: SimpleImputer (median) + StandardScaler standardization.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Categorical Features: SimpleImputer (most_frequent) + OneHotEncoder(handle_unknown='ignore').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Data Leakage Prevention: Transformers fitted exclusively on training set within Scikit-Learn Pipelines.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Stratified Data Split: 80% Training (1,200 rows) / 20% Testing (300 rows).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Baseline Models &amp;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Benchmarking Multiple Classification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Algorithms Tested: Baseline Logistic Regression, Decision Tree, Random Forest, Gradient Boosting.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Baseline Performance (Test Set):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Logistic Regression: Accuracy = 86.3%, F1-Score = 0.777, ROC-AUC = 0.926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Decision Tree: Accuracy = 82.7%, F1-Score = 0.701, ROC-AUC = 0.789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Random Forest: Accuracy = 87.7%, F1-Score = 0.791, ROC-AUC = 0.942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Baseline Winner: Baseline Random Forest demonstrated strongest initial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Hyperparameter Optimization &amp;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5-Fold GridSearchCV Tuning &amp; Parameter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Optimization Method: 5-Fold GridSearchCV targeting F1-Score optimization.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Random Forest Best Parameters: n_estimators = 300, max_depth = None, min_samples_split = 2, min_samples_leaf = 1, class_weight = 'balanced'.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Decision Tree Best Parameters: max_depth = 5, criterion = 'entropy', class_weight = 'balanced'.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Sensitivity Finding: Class weighting ('balanced') significantly boosted recall without sacrificing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Final Model Evaluation &amp; Baseline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Optimized Random Forest vs Baseline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Final Evaluation Metrics (Test Set):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Accuracy: 88.67% (+1.00% over baseline RF)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Precision: 82.35% (+1.40% over baseline RF)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Recall: 79.55% (+2.28% over baseline RF)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F1-Score: 0.8092 (+1.85% over baseline RF)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ROC-AUC: 0.9493 (+0.74% over baseline RF)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Conclusion: Hyperparameter optimization yielded superior balance between Precision and Recall.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Feature Importance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Top Influential Variables Driving Purchase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Top 5 Influential Features (Gini Importance):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1. CartItems (34.09%) - Strongest intent signal; direct proxy for carting decision.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2. TimeOnSite (16.34%) - Duration of browsing active engagement.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3. PreviousPurchases (10.62%) - Customer loyalty and past brand familiarity.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4. PagesViewed (9.12%) - Depth of product discovery.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5. DaysSinceLastVisit (6.18%) - Recency &amp; churn indicator.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Actionable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Translating Machine Learning Insights into Growth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1. Automated Cart Recovery: Trigger exit popups and dynamic email drip for cart items &gt;= 1.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2. Dynamic Customer Segmentation: Allocate ad budget to High/Medium risk tiers; suppress Low tier.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3. Customer Retention Drip: Launch automated 14-day &amp; 30-day re-engagement offers.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4. High-Browsing Assistance: Prompt live-chat help for users spending &gt;4 min without carting.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5. Dynamic Threshold Strategy: Lower threshold to 0.40 during peak holidays to maximize buyer capture.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0"/>
          </a:solidFill>
          <a:ln>
            <a:solidFill>
              <a:srgbClr val="1A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Project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98DB"/>
                </a:solidFill>
              </a:defRPr>
            </a:pPr>
            <a:r>
              <a:t>Future Enhancements &amp;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Limitations: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Feature Importance reflects correlation, not direct causality.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Static offline dataset requires real-time streaming feature integration.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Next Steps: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Conduct randomized A/B testing on cart recovery triggers.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Deploy model as REST API microservice using FastAPI &amp; Docker.</a:t>
            </a:r>
          </a:p>
          <a:p>
            <a:pPr lvl="1">
              <a:spcAft>
                <a:spcPts val="1200"/>
              </a:spcAft>
              <a:defRPr sz="1400">
                <a:solidFill>
                  <a:srgbClr val="2C3E50"/>
                </a:solidFill>
              </a:defRPr>
            </a:pPr>
            <a:r>
              <a:t>  • Implement SHAP value explanations for real-time model interpretability.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